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628" y="-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05.5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25 24549,'29'41'0,"-58"0"0,77-57 0,-19 57 0,-29-92 0,48 36 0,-96 0 0,49-36 0,-31 92 0,-18-57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18.4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24575,'1'1'0,"0"-1"0,0 1 0,0-1 0,0 1 0,0 0 0,0-1 0,0 1 0,0 0 0,0 0 0,0 0 0,0 0 0,-1 0 0,1 0 0,0 0 0,-1 0 0,1 0 0,0 2 0,10 20 0,-10-23 0,27 91-1365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19.2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24575,'0'10'0,"2"-1"0,-1 0 0,1 1 0,4 10 0,-3-10 0,-1 0 0,1 0 0,0 17 0,-1-2-1365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21.1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24575,'0'4'0,"1"0"0,0 0 0,0 0 0,0-1 0,0 1 0,1 0 0,2 4 0,6 23 0,0 146-1365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22.4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0 24575,'0'5'0,"0"0"0,0 0 0,-1-1 0,1 1 0,-1 0 0,0 0 0,-1-1 0,1 1 0,-1-1 0,0 1 0,0-1 0,0 0 0,0 1 0,-1-1 0,-4 5 0,-19 30 0,18-26-1365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23.6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 1 24575,'-1'6'0,"-1"1"0,1-1 0,-1 0 0,0 1 0,0-1 0,-1 0 0,-5 9 0,-4 12 0,3-9-1365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26.1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0 24575,'0'6'0,"-1"-1"0,1 1 0,-1 0 0,0-1 0,0 1 0,-1-1 0,0 1 0,0-1 0,0 0 0,-1 0 0,1 0 0,-7 9 0,7-10 0,4-5 0,12-12 0,-9 7 0,1-1 0,-1 1 0,7-14 0,-1-1 0,-7 16 0,-9 14 0,-6 15 0,9-19 0,0 0 0,0 0 0,0 0 0,-1 0 0,1-1 0,-1 1 0,-1-1 0,1 1 0,0-1 0,-6 5 0,8-13 0,1 1 0,0-1 0,0 1 0,0-1 0,0 1 0,2-7 0,1 4 0,-1 1 0,1-1 0,0 1 0,1 0 0,-1-1 0,9-7 0,-12 13 0,-59 47 0,41-21-1365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28.7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 0 24575,'-5'82'0,"1"-45"0,3-33-137,0-1 1,0 0-1,0 0 0,-1-1 0,1 1 0,-1 0 0,0 0 0,-3 3 0,5-6 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31.5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77 24575,'0'0'0,"-1"0"0,1-1 0,-1 1 0,1-1 0,-1 1 0,1-1 0,-1 1 0,1-1 0,0 1 0,-1-1 0,1 1 0,0-1 0,-1 1 0,1-1 0,0 0 0,0 1 0,-1-1 0,1 0 0,0 1 0,0-1 0,0 0 0,0 1 0,0-1 0,0-1 0,1-16 0,1 15 0,0 0 0,1 1 0,-1-1 0,1 1 0,-1 0 0,1 0 0,0 0 0,0 0 0,0 0 0,0 1 0,6-3 0,12-6 0,-19 9-59,0 0 0,0 0-1,0 0 1,0 1-1,0-1 1,0 1 0,1 0-1,-1 0 1,0 0 0,0 0-1,0 0 1,1 0 0,-1 0-1,0 1 1,0-1-1,0 1 1,0-1 0,0 1-1,0 0 1,0 0 0,0 0-1,2 2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34.6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72 1 24575,'-1'1'0,"-1"0"0,0 0 0,0 1 0,0-1 0,0-1 0,0 1 0,0 0 0,-4 1 0,3-2 0,1 1 0,-1 0 0,1 0 0,-1 0 0,1 0 0,-1 1 0,-2 1 0,4-2 0,-2 1 0,1 1 0,-1-1 0,0 1 0,1-1 0,0 1 0,0 0 0,-1 0 0,2 0 0,-3 5 0,3-8 0,1 0 0,0 0 0,0 0 0,0 0 0,0 0 0,0 0 0,0 0 0,0 1 0,0-1 0,0 0 0,0 0 0,-1 0 0,1 0 0,0 0 0,0 0 0,0 0 0,0 1 0,0-1 0,0 0 0,0 0 0,0 0 0,0 0 0,0 0 0,0 0 0,0 1 0,0-1 0,0 0 0,0 0 0,0 0 0,0 0 0,0 0 0,0 0 0,0 1 0,1-1 0,-1 0 0,0 0 0,0 0 0,0 0 0,0 0 0,0 0 0,0 0 0,0 0 0,0 0 0,0 1 0,0-1 0,1 0 0,-1 0 0,0 0 0,0 0 0,0 0 0,0 0 0,0 0 0,0 0 0,0 0 0,1 0 0,-1 0 0,0 0 0,0 0 0,0 0 0,0 0 0,0 0 0,0 0 0,1 0 0,-1 0 0,14-6 0,22-15 0,-30 18 0,-1 1 0,-5 3 0,-7 11 0,-13 12 0,4-2 0,16-22 0,0 0 0,0 0 0,0 0 0,0 0 0,0 0 0,-1 1 0,1-1 0,0 0 0,0 0 0,0 0 0,0 0 0,0 0 0,0 0 0,0 0 0,0 0 0,0 0 0,1 1 0,-1-1 0,0 0 0,0 0 0,0 0 0,0 0 0,0 0 0,0 0 0,0 0 0,0 0 0,0 0 0,0 0 0,0 1 0,0-1 0,0 0 0,0 0 0,0 0 0,0 0 0,1 0 0,-1 0 0,0 0 0,0 0 0,0 0 0,0 0 0,0 0 0,0 0 0,0 0 0,0 0 0,0 0 0,0 0 0,1 0 0,-1 0 0,0 0 0,0 0 0,0 0 0,0 0 0,0 0 0,0 0 0,0 0 0,0 0 0,1 0 0,-1 0 0,0 0 0,15-7 0,4-6 0,-15 10 0,0 0 0,0 1 0,1-1 0,-1 0 0,1 1 0,7-2 0,-36 28 0,11-17 0,9-5 0,11-8 0,-3 2 0,18-14 0,-22 18 0,0 0 0,0-1 0,0 1 0,0 0 0,0 0 0,0 0 0,0 0 0,0 0 0,1 0 0,-1 0 0,0 0 0,0 0 0,0-1 0,0 1 0,0 0 0,0 0 0,0 0 0,1 0 0,-1 0 0,0 0 0,0 0 0,0 0 0,0 0 0,0 0 0,0 0 0,1 0 0,-1 0 0,0 0 0,0 0 0,0 0 0,0 0 0,0 0 0,0 0 0,0 0 0,1 0 0,-1 0 0,0 0 0,0 0 0,0 1 0,0-1 0,0 0 0,0 0 0,0 0 0,1 0 0,-1 0 0,0 0 0,0 0 0,0 0 0,0 1 0,-7 13 0,-3 6 0,8-17 0,6-12 0,3-6 0,-6 13 0,0 0 0,0-1 0,0 1 0,0 0 0,1 0 0,-1-1 0,0 1 0,1 0 0,0 0 0,-1 1 0,1-1 0,0 0 0,0 1 0,0-1 0,0 1 0,4-3 0,-3 2-1365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36.3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65 24575,'2'1'0,"0"0"0,0-1 0,0 1 0,0 0 0,0 1 0,0-1 0,0 0 0,2 3 0,11 6 0,-2-8 0,-10-8 0,-14-16 0,8 16 0,-14-34 0,13 29 0,4 11 0,0 0 0,0-1 0,0 1 0,0 0 0,0 0 0,0 0 0,0 0 0,0 0 0,0 0 0,0 0 0,0 0 0,0-1 0,0 1 0,0 0 0,0 0 0,0 0 0,0 0 0,0 0 0,0 0 0,0 0 0,0 0 0,0 0 0,0 0 0,0 0 0,0-1 0,-1 1 0,1 0 0,0 0 0,0 0 0,0 0 0,0 0 0,0 0 0,0 0 0,0 0 0,0 0 0,0 0 0,-1 0 0,1 0 0,0 0 0,0 0 0,0 0 0,0 0 0,0 0 0,0 0 0,0 0 0,-1 0 0,1 0 0,0 0 0,0 0 0,0 0 0,0 0 0,0 0 0,0 0 0,0 0 0,0 0 0,0 1 0,0-1 0,-1 0 0,1 0 0,0 0 0,0 0 0,0 0 0,0 0 0,0 0 0,-5 11 0,-2 14 0,6 12 120,1-22-321,0-13-263,1-6-356,-1-3-6006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08.4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24575,'0'0'0,"1"3"0,2 4 0,0 3 0,2 1 0,1 1 0,0-1 0,0-1 0,-1 0 0,-1-3 0,0 1 0,0-3 0,-1 0 0,-1-1 0,0-1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08.9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24575,'1'7'8,"0"1"0,0 0 0,1-1 0,0 1 0,1-1-1,-1 0 1,2 0 0,-1 0 0,1 0 0,0 0 0,0-1 0,7 9 0,-3-4-498,-1 0 1,9 20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09.3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24575,'0'1'0,"3"2"0,1 3 0,1 2 0,1 2 0,1 1 0,0 0 0,-1-2 0,-1 0 0,0-1 0,0-2 0,-1-1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09.7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24575,'0'2'0,"0"1"0,1 2 0,1 3 0,-1 0 0,3 1 0,-1-1 0,1 0 0,1 0 0,-1 0 0,0-1 0,-1 0 0,0-1 0,0 0 0,-1-3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10.1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24575,'0'2'0,"1"2"0,0 3 0,3 2 0,1 2 0,2 1 0,0 0 0,1-1 0,0-1 0,-3-1 0,0-1 0,-1-2 0,0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11.9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24575,'3'0'0,"0"0"0,0 1 0,0 0 0,0 0 0,0-1 0,0 2 0,0-1 0,-1 0 0,1 0 0,0 1 0,-1 0 0,1-1 0,-1 1 0,0 0 0,1 0 0,-1 1 0,0-1 0,2 4 0,1 1 0,0 0 0,0 0 0,-1 0 0,-1 1 0,5 11 0,-1 19 120,-4-15-1605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12.8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1 24575,'-4'41'0,"2"-32"0,1 0 0,0 0 0,1-1 0,0 1 0,1 9 0,1 7-1365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46.3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22 24575,'8'4'0,"1"2"0,-1-1 0,0 1 0,0 0 0,0 1 0,-1 0 0,0 0 0,0 1 0,-1-1 0,8 13 0,-14-20 0,0 0 0,0 0 0,0 0 0,0 0 0,0 0 0,0 0 0,0-1 0,0 1 0,0 0 0,0 0 0,0 0 0,0 0 0,0 0 0,0 0 0,0 0 0,0 0 0,0-1 0,0 1 0,0 0 0,0 0 0,0 0 0,0 0 0,0 0 0,0 0 0,1 0 0,-1 0 0,0 0 0,0 0 0,0 0 0,0 0 0,0 0 0,0 0 0,0 0 0,0-1 0,1 1 0,-1 0 0,0 0 0,0 0 0,0 0 0,0 0 0,0 0 0,0 0 0,0 0 0,0 0 0,1 1 0,-1-1 0,0 0 0,0 0 0,0 0 0,0 0 0,0 0 0,0 0 0,0 0 0,0 0 0,0 0 0,1 0 0,-1 0 0,0 0 0,0 0 0,0 0 0,0 0 0,0 1 0,0-1 0,0 0 0,0 0 0,0 0 0,2-16 0,-1-19 0,1-5 0,-2 28 0,-3 34 0,-7 11-1365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46.8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24575,'0'4'-68,"0"1"0,0-1-1,0 0 1,0 1 0,1-1 0,-1 1-1,1-1 1,0 0 0,1 1 0,-1-1-1,1 0 1,-1 0 0,1 0 0,1 0-1,-1 0 1,0-1 0,1 1 0,0-1-1,4 5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2:27:47.2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 24575,'0'-1'0,"1"0"0,1 0 0,3 0 0,2 2 0,2 0 0,0 1 0,0 0 0,-1 1 0,-1 0 0,-2 0 0,0 0 0,-1-1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35513-34CD-0071-0CD5-9E3A41152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85DA5-69E5-BEA3-F3F4-0AF8FA0F4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603E6-A283-CCEB-9336-728E0E1E5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4A37-D31E-42FF-8CCE-9AD039ECD78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9F315-FC53-580A-790D-077167012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281F4-55CB-A98D-214D-3A622695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1677-95A4-4935-8344-88CD3F30B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30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11852-6893-0F71-88FF-32C284C3B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9D30B-386F-763F-2322-08F8BD717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CE5A6-B56A-2A1F-D71A-49F12D1E9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4A37-D31E-42FF-8CCE-9AD039ECD78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2DFF4-60B9-5D61-AD2F-64359E31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D8877-E610-2B21-634D-3086284A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1677-95A4-4935-8344-88CD3F30B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06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5886-9EC7-A036-F43F-4BBEA2A2E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CC53B-0239-4E1A-F6E1-2FB05A0A2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D7E69-02E0-43D7-D3A8-499531A00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4A37-D31E-42FF-8CCE-9AD039ECD78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F3A34-3524-EC20-C9F2-A69480784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36179-0047-6FD6-EA54-59A97A89C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1677-95A4-4935-8344-88CD3F30B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76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E23B1-36E6-1CA2-AAC3-2B44B93D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CFFBE-401C-4FB0-BA2F-F26F8C601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DC977-360A-A683-92F0-A3F53933D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199F6-BECC-7D7F-99F6-2C408CF4F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4A37-D31E-42FF-8CCE-9AD039ECD78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1E615-B282-338A-5AA3-ED5FA867E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01FD6-DFD8-09C1-D338-33C9144F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1677-95A4-4935-8344-88CD3F30B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35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8BCD-F72B-A3D0-C015-49787D9C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BC6FA-2556-432C-24A4-E9DA2E7EA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72A5A-B1FE-B0D5-94E6-1728AB8FE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316A4-B096-03CA-0834-3005241A5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C7DBB9-F2B0-54CA-EC6D-54249C87B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B4863-C5EF-9FE9-1823-38D7E466F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4A37-D31E-42FF-8CCE-9AD039ECD78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A5928E-5B6F-7C44-458F-5D0FD9FD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7E54B-7925-451D-9D24-9F6EDACB9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1677-95A4-4935-8344-88CD3F30B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196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BD036-4EB0-0A8A-F172-9204A36C9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CB875F-26FD-5FDC-ACAF-708218801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4A37-D31E-42FF-8CCE-9AD039ECD78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04A68-2BF4-6741-1DBF-1AAB368B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332ED-F80F-CBF9-7020-1A413800C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1677-95A4-4935-8344-88CD3F30B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1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D9A9E4-9402-AA4C-0516-2A5E78A0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4A37-D31E-42FF-8CCE-9AD039ECD78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FC802-D317-9CDB-70C4-A94EB17CF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8A00A-C416-F497-D979-1557D722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1677-95A4-4935-8344-88CD3F30B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7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EEC9-DD27-54A9-F086-38416C43B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2B461-AB62-F0E3-C3FA-6EC3F4AC3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FC4BB-CDC9-29AC-3B2C-307471A2F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308A0-AE75-908E-F050-BE5707A0B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4A37-D31E-42FF-8CCE-9AD039ECD78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4F484-1B02-756E-0CC6-B9BBB5849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01528-2785-652F-066B-CDB533E7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1677-95A4-4935-8344-88CD3F30B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20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B053A-3449-5DFC-4C43-19E7637F9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181802-BB22-51C1-0F65-3C025868C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B7394-CBB8-855E-AED3-120336F5D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88E2B-B10D-AF4F-38B3-4DF219EE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4A37-D31E-42FF-8CCE-9AD039ECD78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663EB-9EE7-53AF-91BB-6DEEDA0F7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DEEA3-69AB-5044-4557-BE2CF3E5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1677-95A4-4935-8344-88CD3F30B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10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10319-2A14-FC06-072A-1AEE1D066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74FCE4-08F6-4F61-6700-A54457420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D910F-F2EC-F4B7-23A6-0045B7798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4A37-D31E-42FF-8CCE-9AD039ECD78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4588A-6511-6254-E1E6-FE84C899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C2B30-6353-2BCF-1ADD-80D3F39D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1677-95A4-4935-8344-88CD3F30B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70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FC1B7B-48AE-D52F-C7A3-3DE8A2A16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98931-B40F-0CFB-DAC9-9BFFB2881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0DB97-308F-4579-B5F4-259A4DBF8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4A37-D31E-42FF-8CCE-9AD039ECD78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454F0-EBF2-6F69-6164-AC3005910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B3537-584E-BB0B-E02C-3749F5F8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1677-95A4-4935-8344-88CD3F30B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6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5311E-1D3B-D069-5A6F-D6B9C556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A056E-1501-CC41-DDFD-B7AB0A91B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91E0A-5DAF-7455-4B93-0B94C06012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4A37-D31E-42FF-8CCE-9AD039ECD78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B9B84-FFAF-C397-63D6-F132573A5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4F2AF-8A99-6ACC-89D6-4EDE0CB42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81677-95A4-4935-8344-88CD3F30B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5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0.png"/><Relationship Id="rId21" Type="http://schemas.openxmlformats.org/officeDocument/2006/relationships/image" Target="../media/image11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6" Type="http://schemas.openxmlformats.org/officeDocument/2006/relationships/customXml" Target="../ink/ink7.xml"/><Relationship Id="rId29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8" Type="http://schemas.openxmlformats.org/officeDocument/2006/relationships/customXml" Target="../ink/ink3.xml"/><Relationship Id="rId3" Type="http://schemas.microsoft.com/office/2007/relationships/hdphoto" Target="../media/hdphoto2.wdp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20" Type="http://schemas.openxmlformats.org/officeDocument/2006/relationships/customXml" Target="../ink/ink9.xml"/><Relationship Id="rId4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B7C24-8893-D380-FC68-D69CA82314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FCC302-9120-45F2-244A-1DC4C950B6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42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9A4172-BE6C-E156-AAE9-EA54DF65C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79" b="92744" l="10000" r="90000">
                        <a14:foregroundMark x1="74138" y1="56151" x2="73793" y2="56151"/>
                        <a14:foregroundMark x1="48621" y1="92744" x2="48621" y2="92744"/>
                        <a14:foregroundMark x1="26552" y1="91798" x2="26552" y2="917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14682" y="1919077"/>
            <a:ext cx="2762636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94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077B8E-A44A-349D-45A7-322C5DB23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75" b="97740" l="8118" r="91513">
                        <a14:foregroundMark x1="32841" y1="8757" x2="32841" y2="8757"/>
                        <a14:foregroundMark x1="91513" y1="47175" x2="91513" y2="47175"/>
                        <a14:foregroundMark x1="51661" y1="25424" x2="51661" y2="25424"/>
                        <a14:foregroundMark x1="80443" y1="62712" x2="80443" y2="62712"/>
                        <a14:foregroundMark x1="86716" y1="63277" x2="86716" y2="63277"/>
                        <a14:foregroundMark x1="82288" y1="69209" x2="82288" y2="69209"/>
                        <a14:foregroundMark x1="87085" y1="67797" x2="87085" y2="67797"/>
                        <a14:foregroundMark x1="9594" y1="63277" x2="9594" y2="63277"/>
                        <a14:foregroundMark x1="9594" y1="62994" x2="9594" y2="62994"/>
                        <a14:foregroundMark x1="33210" y1="90113" x2="33210" y2="90113"/>
                        <a14:foregroundMark x1="33210" y1="90960" x2="33210" y2="90960"/>
                        <a14:foregroundMark x1="34686" y1="94350" x2="34686" y2="94350"/>
                        <a14:foregroundMark x1="61624" y1="92938" x2="61624" y2="92938"/>
                        <a14:foregroundMark x1="36900" y1="97740" x2="36900" y2="97740"/>
                        <a14:backgroundMark x1="83026" y1="69774" x2="83026" y2="69774"/>
                        <a14:backgroundMark x1="83026" y1="70056" x2="81550" y2="70339"/>
                        <a14:backgroundMark x1="88192" y1="68644" x2="88192" y2="68644"/>
                        <a14:backgroundMark x1="88192" y1="68644" x2="88192" y2="68644"/>
                        <a14:backgroundMark x1="88192" y1="68362" x2="88192" y2="68362"/>
                        <a14:backgroundMark x1="88192" y1="68079" x2="88192" y2="68927"/>
                        <a14:backgroundMark x1="87823" y1="68362" x2="88192" y2="6949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5182" y="1742839"/>
            <a:ext cx="2581635" cy="33723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84D0E53-252F-47EB-E280-78DDB5D3674E}"/>
                  </a:ext>
                </a:extLst>
              </p14:cNvPr>
              <p14:cNvContentPartPr/>
              <p14:nvPr/>
            </p14:nvContentPartPr>
            <p14:xfrm>
              <a:off x="5961553" y="2684268"/>
              <a:ext cx="45360" cy="47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84D0E53-252F-47EB-E280-78DDB5D367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55433" y="2678148"/>
                <a:ext cx="5760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0223A642-20C5-6AD3-B346-AFD1E96A7D34}"/>
              </a:ext>
            </a:extLst>
          </p:cNvPr>
          <p:cNvGrpSpPr/>
          <p:nvPr/>
        </p:nvGrpSpPr>
        <p:grpSpPr>
          <a:xfrm>
            <a:off x="6097273" y="2671668"/>
            <a:ext cx="122760" cy="102240"/>
            <a:chOff x="6097273" y="2671668"/>
            <a:chExt cx="12276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9D3D7A9-E789-316E-1CB8-5741FBFF86FF}"/>
                    </a:ext>
                  </a:extLst>
                </p14:cNvPr>
                <p14:cNvContentPartPr/>
                <p14:nvPr/>
              </p14:nvContentPartPr>
              <p14:xfrm>
                <a:off x="6100513" y="2698668"/>
                <a:ext cx="20520" cy="47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9D3D7A9-E789-316E-1CB8-5741FBFF86F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94393" y="2692548"/>
                  <a:ext cx="32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EF7B665-09DD-0E71-100C-A528BDC4753E}"/>
                    </a:ext>
                  </a:extLst>
                </p14:cNvPr>
                <p14:cNvContentPartPr/>
                <p14:nvPr/>
              </p14:nvContentPartPr>
              <p14:xfrm>
                <a:off x="6108433" y="2687508"/>
                <a:ext cx="9000" cy="50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EF7B665-09DD-0E71-100C-A528BDC4753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02313" y="2681388"/>
                  <a:ext cx="21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F482188-FC29-8ECB-F7DB-592930049D18}"/>
                    </a:ext>
                  </a:extLst>
                </p14:cNvPr>
                <p14:cNvContentPartPr/>
                <p14:nvPr/>
              </p14:nvContentPartPr>
              <p14:xfrm>
                <a:off x="6097273" y="2686068"/>
                <a:ext cx="11520" cy="87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F482188-FC29-8ECB-F7DB-592930049D1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91153" y="2679948"/>
                  <a:ext cx="23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707AC76-071E-2BC1-6AA7-01872B40E875}"/>
                    </a:ext>
                  </a:extLst>
                </p14:cNvPr>
                <p14:cNvContentPartPr/>
                <p14:nvPr/>
              </p14:nvContentPartPr>
              <p14:xfrm>
                <a:off x="6180793" y="2698668"/>
                <a:ext cx="21960" cy="47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707AC76-071E-2BC1-6AA7-01872B40E87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74673" y="2692548"/>
                  <a:ext cx="34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3028ADB-448C-DD01-0AC0-663B6DDB4214}"/>
                    </a:ext>
                  </a:extLst>
                </p14:cNvPr>
                <p14:cNvContentPartPr/>
                <p14:nvPr/>
              </p14:nvContentPartPr>
              <p14:xfrm>
                <a:off x="6177913" y="2703348"/>
                <a:ext cx="15120" cy="37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3028ADB-448C-DD01-0AC0-663B6DDB421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71793" y="2697228"/>
                  <a:ext cx="273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A288D56-447D-2C59-535B-F00810C9882C}"/>
                    </a:ext>
                  </a:extLst>
                </p14:cNvPr>
                <p14:cNvContentPartPr/>
                <p14:nvPr/>
              </p14:nvContentPartPr>
              <p14:xfrm>
                <a:off x="6178273" y="2713068"/>
                <a:ext cx="35280" cy="33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A288D56-447D-2C59-535B-F00810C9882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72153" y="2706948"/>
                  <a:ext cx="47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C3C649D-B200-8605-F1CF-641EA7FE0C0C}"/>
                    </a:ext>
                  </a:extLst>
                </p14:cNvPr>
                <p14:cNvContentPartPr/>
                <p14:nvPr/>
              </p14:nvContentPartPr>
              <p14:xfrm>
                <a:off x="6210673" y="2671668"/>
                <a:ext cx="9360" cy="54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C3C649D-B200-8605-F1CF-641EA7FE0C0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04553" y="2665548"/>
                  <a:ext cx="2160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FBDDFC6-02CA-8E84-010C-3BBD5F2769C9}"/>
                  </a:ext>
                </a:extLst>
              </p14:cNvPr>
              <p14:cNvContentPartPr/>
              <p14:nvPr/>
            </p14:nvContentPartPr>
            <p14:xfrm>
              <a:off x="6278713" y="2759868"/>
              <a:ext cx="39960" cy="28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FBDDFC6-02CA-8E84-010C-3BBD5F2769C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72593" y="2753748"/>
                <a:ext cx="522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A88E19F-4F5F-6FF4-74EC-991E91FCE713}"/>
                  </a:ext>
                </a:extLst>
              </p14:cNvPr>
              <p14:cNvContentPartPr/>
              <p14:nvPr/>
            </p14:nvContentPartPr>
            <p14:xfrm>
              <a:off x="6290593" y="2766708"/>
              <a:ext cx="43200" cy="32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A88E19F-4F5F-6FF4-74EC-991E91FCE71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284473" y="2760588"/>
                <a:ext cx="554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84494BB-6E52-CE5A-0A77-FFEA835F1396}"/>
                  </a:ext>
                </a:extLst>
              </p14:cNvPr>
              <p14:cNvContentPartPr/>
              <p14:nvPr/>
            </p14:nvContentPartPr>
            <p14:xfrm>
              <a:off x="5998993" y="2724588"/>
              <a:ext cx="18720" cy="331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84494BB-6E52-CE5A-0A77-FFEA835F139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992873" y="2718468"/>
                <a:ext cx="3096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BB73306C-0CC2-26C8-043C-B534E65AECCB}"/>
              </a:ext>
            </a:extLst>
          </p:cNvPr>
          <p:cNvGrpSpPr/>
          <p:nvPr/>
        </p:nvGrpSpPr>
        <p:grpSpPr>
          <a:xfrm>
            <a:off x="5910073" y="2681028"/>
            <a:ext cx="106560" cy="68760"/>
            <a:chOff x="5910073" y="2681028"/>
            <a:chExt cx="106560" cy="6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AB3967D-97DE-89F7-468A-F2833348EBFD}"/>
                    </a:ext>
                  </a:extLst>
                </p14:cNvPr>
                <p14:cNvContentPartPr/>
                <p14:nvPr/>
              </p14:nvContentPartPr>
              <p14:xfrm>
                <a:off x="5940313" y="2703348"/>
                <a:ext cx="19440" cy="38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AB3967D-97DE-89F7-468A-F2833348EBF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34193" y="2697228"/>
                  <a:ext cx="316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9F23A1E-2D8F-90C3-99CC-94D3D6CE007C}"/>
                    </a:ext>
                  </a:extLst>
                </p14:cNvPr>
                <p14:cNvContentPartPr/>
                <p14:nvPr/>
              </p14:nvContentPartPr>
              <p14:xfrm>
                <a:off x="5970553" y="2684268"/>
                <a:ext cx="26640" cy="56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9F23A1E-2D8F-90C3-99CC-94D3D6CE007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64433" y="2678148"/>
                  <a:ext cx="388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9013264-4B15-44B4-67FC-2D70AD133E97}"/>
                    </a:ext>
                  </a:extLst>
                </p14:cNvPr>
                <p14:cNvContentPartPr/>
                <p14:nvPr/>
              </p14:nvContentPartPr>
              <p14:xfrm>
                <a:off x="5995753" y="2704788"/>
                <a:ext cx="20880" cy="31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9013264-4B15-44B4-67FC-2D70AD133E9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89633" y="2698668"/>
                  <a:ext cx="33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8325376-D111-0652-BB36-9CF280600905}"/>
                    </a:ext>
                  </a:extLst>
                </p14:cNvPr>
                <p14:cNvContentPartPr/>
                <p14:nvPr/>
              </p14:nvContentPartPr>
              <p14:xfrm>
                <a:off x="5989633" y="2701908"/>
                <a:ext cx="14400" cy="34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8325376-D111-0652-BB36-9CF28060090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83513" y="2695788"/>
                  <a:ext cx="266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07A3DD1-085E-3EDA-C91B-7D0C0826658E}"/>
                    </a:ext>
                  </a:extLst>
                </p14:cNvPr>
                <p14:cNvContentPartPr/>
                <p14:nvPr/>
              </p14:nvContentPartPr>
              <p14:xfrm>
                <a:off x="5992513" y="2706588"/>
                <a:ext cx="21600" cy="38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07A3DD1-085E-3EDA-C91B-7D0C0826658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86393" y="2700468"/>
                  <a:ext cx="33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4B710D9-28A4-3348-CF9F-974EF882ED96}"/>
                    </a:ext>
                  </a:extLst>
                </p14:cNvPr>
                <p14:cNvContentPartPr/>
                <p14:nvPr/>
              </p14:nvContentPartPr>
              <p14:xfrm>
                <a:off x="5973793" y="2681028"/>
                <a:ext cx="33480" cy="53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4B710D9-28A4-3348-CF9F-974EF882ED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67673" y="2674908"/>
                  <a:ext cx="457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DB72BAE-3183-6C02-D4F0-6F3DBDB8CB62}"/>
                    </a:ext>
                  </a:extLst>
                </p14:cNvPr>
                <p14:cNvContentPartPr/>
                <p14:nvPr/>
              </p14:nvContentPartPr>
              <p14:xfrm>
                <a:off x="5942113" y="2703348"/>
                <a:ext cx="3240" cy="46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DB72BAE-3183-6C02-D4F0-6F3DBDB8CB6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35993" y="2697228"/>
                  <a:ext cx="15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9595D80-C8CF-D7E3-50FB-7EFACB1B54B9}"/>
                    </a:ext>
                  </a:extLst>
                </p14:cNvPr>
                <p14:cNvContentPartPr/>
                <p14:nvPr/>
              </p14:nvContentPartPr>
              <p14:xfrm>
                <a:off x="5910073" y="2695788"/>
                <a:ext cx="36360" cy="38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9595D80-C8CF-D7E3-50FB-7EFACB1B54B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03953" y="2689668"/>
                  <a:ext cx="48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2B46E96-905A-DB23-56A7-00E02044149B}"/>
                    </a:ext>
                  </a:extLst>
                </p14:cNvPr>
                <p14:cNvContentPartPr/>
                <p14:nvPr/>
              </p14:nvContentPartPr>
              <p14:xfrm>
                <a:off x="5916193" y="2700108"/>
                <a:ext cx="11880" cy="31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2B46E96-905A-DB23-56A7-00E02044149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10073" y="2693988"/>
                  <a:ext cx="24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8CCF660-A1AA-4AD1-C679-685FD38D69DE}"/>
                    </a:ext>
                  </a:extLst>
                </p14:cNvPr>
                <p14:cNvContentPartPr/>
                <p14:nvPr/>
              </p14:nvContentPartPr>
              <p14:xfrm>
                <a:off x="5962633" y="2703708"/>
                <a:ext cx="25920" cy="7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8CCF660-A1AA-4AD1-C679-685FD38D69D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56513" y="2697588"/>
                  <a:ext cx="38160" cy="1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3450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Gonzalez, Julianna</dc:creator>
  <cp:lastModifiedBy>Gonzalez, Julianna</cp:lastModifiedBy>
  <cp:revision>1</cp:revision>
  <dcterms:created xsi:type="dcterms:W3CDTF">2025-05-03T01:57:49Z</dcterms:created>
  <dcterms:modified xsi:type="dcterms:W3CDTF">2025-05-03T03:07:00Z</dcterms:modified>
</cp:coreProperties>
</file>